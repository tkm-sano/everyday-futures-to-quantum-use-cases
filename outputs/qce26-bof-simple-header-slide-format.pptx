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301968a82c4a6c" /><Relationship Type="http://schemas.openxmlformats.org/officeDocument/2006/relationships/extended-properties" Target="/docProps/app.xml" Id="Radac5b22bbd340bb" /><Relationship Type="http://schemas.openxmlformats.org/officeDocument/2006/relationships/officeDocument" Target="/ppt/presentation.xml" Id="Rb297b086ec0f41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14cbe7bbb34f80"/>
  </p:sldMasterIdLst>
  <p:notesMasterIdLst>
    <p:notesMasterId xmlns:r="http://schemas.openxmlformats.org/officeDocument/2006/relationships" r:id="R3ef11a07af4841e3"/>
  </p:notesMasterIdLst>
  <p:sldIdLst>
    <p:sldId xmlns:r="http://schemas.openxmlformats.org/officeDocument/2006/relationships" id="256" r:id="Rf4b4e6e0207b4ca7"/>
    <p:sldId xmlns:r="http://schemas.openxmlformats.org/officeDocument/2006/relationships" id="257" r:id="R3f4fdb336d724f98"/>
    <p:sldId xmlns:r="http://schemas.openxmlformats.org/officeDocument/2006/relationships" id="258" r:id="R2faff7cb00774f7a"/>
    <p:sldId xmlns:r="http://schemas.openxmlformats.org/officeDocument/2006/relationships" id="259" r:id="R7097a01b6c2e4ecd"/>
    <p:sldId xmlns:r="http://schemas.openxmlformats.org/officeDocument/2006/relationships" id="260" r:id="Rddd9c0da28934a25"/>
    <p:sldId xmlns:r="http://schemas.openxmlformats.org/officeDocument/2006/relationships" id="261" r:id="Rabd89d10be8645bb"/>
    <p:sldId xmlns:r="http://schemas.openxmlformats.org/officeDocument/2006/relationships" id="262" r:id="Rc85ead705c8f46bb"/>
    <p:sldId xmlns:r="http://schemas.openxmlformats.org/officeDocument/2006/relationships" id="263" r:id="R948530f8e9fd4516"/>
    <p:sldId xmlns:r="http://schemas.openxmlformats.org/officeDocument/2006/relationships" id="264" r:id="R496fa225cd164203"/>
    <p:sldId xmlns:r="http://schemas.openxmlformats.org/officeDocument/2006/relationships" id="265" r:id="R9e3d66d2745d47c4"/>
    <p:sldId xmlns:r="http://schemas.openxmlformats.org/officeDocument/2006/relationships" id="266" r:id="R33ecf79072c146c0"/>
    <p:sldId xmlns:r="http://schemas.openxmlformats.org/officeDocument/2006/relationships" id="267" r:id="Rf8d144f1547f4cc9"/>
    <p:sldId xmlns:r="http://schemas.openxmlformats.org/officeDocument/2006/relationships" id="268" r:id="R3e6e93bc52f14821"/>
    <p:sldId xmlns:r="http://schemas.openxmlformats.org/officeDocument/2006/relationships" id="269" r:id="R4e904ae359fa4c36"/>
    <p:sldId xmlns:r="http://schemas.openxmlformats.org/officeDocument/2006/relationships" id="270" r:id="Re666ba01c9304a9b"/>
    <p:sldId xmlns:r="http://schemas.openxmlformats.org/officeDocument/2006/relationships" id="271" r:id="R2578027d0cec4e6c"/>
    <p:sldId xmlns:r="http://schemas.openxmlformats.org/officeDocument/2006/relationships" id="272" r:id="R82f049b5d3964e85"/>
    <p:sldId xmlns:r="http://schemas.openxmlformats.org/officeDocument/2006/relationships" id="273" r:id="R431b393a45ea48be"/>
    <p:sldId xmlns:r="http://schemas.openxmlformats.org/officeDocument/2006/relationships" id="274" r:id="R1beed7be769c47be"/>
    <p:sldId xmlns:r="http://schemas.openxmlformats.org/officeDocument/2006/relationships" id="275" r:id="R00ef07a88dba4a4e"/>
    <p:sldId xmlns:r="http://schemas.openxmlformats.org/officeDocument/2006/relationships" id="276" r:id="R64182452312d4f57"/>
    <p:sldId xmlns:r="http://schemas.openxmlformats.org/officeDocument/2006/relationships" id="277" r:id="R48b18fd0921b46c0"/>
    <p:sldId xmlns:r="http://schemas.openxmlformats.org/officeDocument/2006/relationships" id="278" r:id="R6deeb3c3d69f4d19"/>
    <p:sldId xmlns:r="http://schemas.openxmlformats.org/officeDocument/2006/relationships" id="279" r:id="R3b524fca53fa4b7e"/>
    <p:sldId xmlns:r="http://schemas.openxmlformats.org/officeDocument/2006/relationships" id="280" r:id="R297e59f755374e7a"/>
    <p:sldId xmlns:r="http://schemas.openxmlformats.org/officeDocument/2006/relationships" id="281" r:id="Rf4806cd2ab3b4030"/>
    <p:sldId xmlns:r="http://schemas.openxmlformats.org/officeDocument/2006/relationships" id="282" r:id="R115e051b042a4fb7"/>
    <p:sldId xmlns:r="http://schemas.openxmlformats.org/officeDocument/2006/relationships" id="283" r:id="R33a58340f1654ca7"/>
    <p:sldId xmlns:r="http://schemas.openxmlformats.org/officeDocument/2006/relationships" id="284" r:id="R1ee642445e654168"/>
    <p:sldId xmlns:r="http://schemas.openxmlformats.org/officeDocument/2006/relationships" id="285" r:id="R40dca8aa10c74d8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277557ed104535" /><Relationship Type="http://schemas.openxmlformats.org/officeDocument/2006/relationships/slideMaster" Target="/ppt/slideMasters/slideMaster1.xml" Id="R7314cbe7bbb34f80" /><Relationship Type="http://schemas.openxmlformats.org/officeDocument/2006/relationships/notesMaster" Target="/ppt/notesMasters/notesMaster1.xml" Id="R3ef11a07af4841e3" /><Relationship Type="http://schemas.openxmlformats.org/officeDocument/2006/relationships/presProps" Target="/ppt/presProps.xml" Id="R3398f907b55f4b44" /><Relationship Type="http://schemas.openxmlformats.org/officeDocument/2006/relationships/tableStyles" Target="/ppt/tableStyles.xml" Id="Rd803445054344ddb" /><Relationship Type="http://schemas.openxmlformats.org/officeDocument/2006/relationships/slide" Target="/ppt/slides/slide1.xml" Id="Rf4b4e6e0207b4ca7" /><Relationship Type="http://schemas.openxmlformats.org/officeDocument/2006/relationships/slide" Target="/ppt/slides/slide2.xml" Id="R3f4fdb336d724f98" /><Relationship Type="http://schemas.openxmlformats.org/officeDocument/2006/relationships/slide" Target="/ppt/slides/slide3.xml" Id="R2faff7cb00774f7a" /><Relationship Type="http://schemas.openxmlformats.org/officeDocument/2006/relationships/slide" Target="/ppt/slides/slide4.xml" Id="R7097a01b6c2e4ecd" /><Relationship Type="http://schemas.openxmlformats.org/officeDocument/2006/relationships/slide" Target="/ppt/slides/slide5.xml" Id="Rddd9c0da28934a25" /><Relationship Type="http://schemas.openxmlformats.org/officeDocument/2006/relationships/slide" Target="/ppt/slides/slide6.xml" Id="Rabd89d10be8645bb" /><Relationship Type="http://schemas.openxmlformats.org/officeDocument/2006/relationships/slide" Target="/ppt/slides/slide7.xml" Id="Rc85ead705c8f46bb" /><Relationship Type="http://schemas.openxmlformats.org/officeDocument/2006/relationships/slide" Target="/ppt/slides/slide8.xml" Id="R948530f8e9fd4516" /><Relationship Type="http://schemas.openxmlformats.org/officeDocument/2006/relationships/slide" Target="/ppt/slides/slide9.xml" Id="R496fa225cd164203" /><Relationship Type="http://schemas.openxmlformats.org/officeDocument/2006/relationships/slide" Target="/ppt/slides/slide10.xml" Id="R9e3d66d2745d47c4" /><Relationship Type="http://schemas.openxmlformats.org/officeDocument/2006/relationships/slide" Target="/ppt/slides/slide11.xml" Id="R33ecf79072c146c0" /><Relationship Type="http://schemas.openxmlformats.org/officeDocument/2006/relationships/slide" Target="/ppt/slides/slide12.xml" Id="Rf8d144f1547f4cc9" /><Relationship Type="http://schemas.openxmlformats.org/officeDocument/2006/relationships/slide" Target="/ppt/slides/slide13.xml" Id="R3e6e93bc52f14821" /><Relationship Type="http://schemas.openxmlformats.org/officeDocument/2006/relationships/slide" Target="/ppt/slides/slide14.xml" Id="R4e904ae359fa4c36" /><Relationship Type="http://schemas.openxmlformats.org/officeDocument/2006/relationships/slide" Target="/ppt/slides/slide15.xml" Id="Re666ba01c9304a9b" /><Relationship Type="http://schemas.openxmlformats.org/officeDocument/2006/relationships/slide" Target="/ppt/slides/slide16.xml" Id="R2578027d0cec4e6c" /><Relationship Type="http://schemas.openxmlformats.org/officeDocument/2006/relationships/slide" Target="/ppt/slides/slide17.xml" Id="R82f049b5d3964e85" /><Relationship Type="http://schemas.openxmlformats.org/officeDocument/2006/relationships/slide" Target="/ppt/slides/slide18.xml" Id="R431b393a45ea48be" /><Relationship Type="http://schemas.openxmlformats.org/officeDocument/2006/relationships/slide" Target="/ppt/slides/slide19.xml" Id="R1beed7be769c47be" /><Relationship Type="http://schemas.openxmlformats.org/officeDocument/2006/relationships/slide" Target="/ppt/slides/slide20.xml" Id="R00ef07a88dba4a4e" /><Relationship Type="http://schemas.openxmlformats.org/officeDocument/2006/relationships/slide" Target="/ppt/slides/slide21.xml" Id="R64182452312d4f57" /><Relationship Type="http://schemas.openxmlformats.org/officeDocument/2006/relationships/slide" Target="/ppt/slides/slide22.xml" Id="R48b18fd0921b46c0" /><Relationship Type="http://schemas.openxmlformats.org/officeDocument/2006/relationships/slide" Target="/ppt/slides/slide23.xml" Id="R6deeb3c3d69f4d19" /><Relationship Type="http://schemas.openxmlformats.org/officeDocument/2006/relationships/slide" Target="/ppt/slides/slide24.xml" Id="R3b524fca53fa4b7e" /><Relationship Type="http://schemas.openxmlformats.org/officeDocument/2006/relationships/slide" Target="/ppt/slides/slide25.xml" Id="R297e59f755374e7a" /><Relationship Type="http://schemas.openxmlformats.org/officeDocument/2006/relationships/slide" Target="/ppt/slides/slide26.xml" Id="Rf4806cd2ab3b4030" /><Relationship Type="http://schemas.openxmlformats.org/officeDocument/2006/relationships/slide" Target="/ppt/slides/slide27.xml" Id="R115e051b042a4fb7" /><Relationship Type="http://schemas.openxmlformats.org/officeDocument/2006/relationships/slide" Target="/ppt/slides/slide28.xml" Id="R33a58340f1654ca7" /><Relationship Type="http://schemas.openxmlformats.org/officeDocument/2006/relationships/slide" Target="/ppt/slides/slide29.xml" Id="R1ee642445e654168" /><Relationship Type="http://schemas.openxmlformats.org/officeDocument/2006/relationships/slide" Target="/ppt/slides/slide30.xml" Id="R40dca8aa10c74d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db25157b2d47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b84793c4784941" /><Relationship Type="http://schemas.openxmlformats.org/officeDocument/2006/relationships/notesMaster" Target="/ppt/notesMasters/notesMaster1.xml" Id="Ra629016624a743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6a4a38f19a48a8" /><Relationship Type="http://schemas.openxmlformats.org/officeDocument/2006/relationships/notesMaster" Target="/ppt/notesMasters/notesMaster1.xml" Id="Ra76f58615e7042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9864811a03408f" /><Relationship Type="http://schemas.openxmlformats.org/officeDocument/2006/relationships/notesMaster" Target="/ppt/notesMasters/notesMaster1.xml" Id="R85a8396e29094d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39193e87da410a" /><Relationship Type="http://schemas.openxmlformats.org/officeDocument/2006/relationships/notesMaster" Target="/ppt/notesMasters/notesMaster1.xml" Id="R1b5a56fdc53e4b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b8eceb8754473c" /><Relationship Type="http://schemas.openxmlformats.org/officeDocument/2006/relationships/notesMaster" Target="/ppt/notesMasters/notesMaster1.xml" Id="R90fc14f0cee746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de34830728402d" /><Relationship Type="http://schemas.openxmlformats.org/officeDocument/2006/relationships/notesMaster" Target="/ppt/notesMasters/notesMaster1.xml" Id="Rce645b46aee348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87912e57bc4cce" /><Relationship Type="http://schemas.openxmlformats.org/officeDocument/2006/relationships/notesMaster" Target="/ppt/notesMasters/notesMaster1.xml" Id="R3c41fab9cafe4e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892ffbb4434f03" /><Relationship Type="http://schemas.openxmlformats.org/officeDocument/2006/relationships/notesMaster" Target="/ppt/notesMasters/notesMaster1.xml" Id="R4e504d7aae2e47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91ef6a0a224b9a" /><Relationship Type="http://schemas.openxmlformats.org/officeDocument/2006/relationships/notesMaster" Target="/ppt/notesMasters/notesMaster1.xml" Id="Rf73b842c4cbc43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bc934a4a6e4955" /><Relationship Type="http://schemas.openxmlformats.org/officeDocument/2006/relationships/notesMaster" Target="/ppt/notesMasters/notesMaster1.xml" Id="R1f9934e56cdc48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9970c13a204542" /><Relationship Type="http://schemas.openxmlformats.org/officeDocument/2006/relationships/notesMaster" Target="/ppt/notesMasters/notesMaster1.xml" Id="Rca582a922f6741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0dbbecdcde4298" /><Relationship Type="http://schemas.openxmlformats.org/officeDocument/2006/relationships/notesMaster" Target="/ppt/notesMasters/notesMaster1.xml" Id="R22bf6c67f57949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397f87326e4c82" /><Relationship Type="http://schemas.openxmlformats.org/officeDocument/2006/relationships/notesMaster" Target="/ppt/notesMasters/notesMaster1.xml" Id="R0cf7eeba350441e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f1e0f6846354f34" /><Relationship Type="http://schemas.openxmlformats.org/officeDocument/2006/relationships/notesMaster" Target="/ppt/notesMasters/notesMaster1.xml" Id="Re31e882cf12147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44e52ca015e41cf" /><Relationship Type="http://schemas.openxmlformats.org/officeDocument/2006/relationships/notesMaster" Target="/ppt/notesMasters/notesMaster1.xml" Id="R9920c9690af7430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9d947733fd44117" /><Relationship Type="http://schemas.openxmlformats.org/officeDocument/2006/relationships/notesMaster" Target="/ppt/notesMasters/notesMaster1.xml" Id="Rff8e300291064fa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aa827bb19b641f7" /><Relationship Type="http://schemas.openxmlformats.org/officeDocument/2006/relationships/notesMaster" Target="/ppt/notesMasters/notesMaster1.xml" Id="R6017253c70df454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88cc463dd784ebc" /><Relationship Type="http://schemas.openxmlformats.org/officeDocument/2006/relationships/notesMaster" Target="/ppt/notesMasters/notesMaster1.xml" Id="Ra94524193fcf4fd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e74a90c789347a0" /><Relationship Type="http://schemas.openxmlformats.org/officeDocument/2006/relationships/notesMaster" Target="/ppt/notesMasters/notesMaster1.xml" Id="R1855ee43c698497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b03c46a4ca643be" /><Relationship Type="http://schemas.openxmlformats.org/officeDocument/2006/relationships/notesMaster" Target="/ppt/notesMasters/notesMaster1.xml" Id="Rfc18f639abc148c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68464d8ee2441b5" /><Relationship Type="http://schemas.openxmlformats.org/officeDocument/2006/relationships/notesMaster" Target="/ppt/notesMasters/notesMaster1.xml" Id="Rcff25af9ef784b6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bdf4d54deba4568" /><Relationship Type="http://schemas.openxmlformats.org/officeDocument/2006/relationships/notesMaster" Target="/ppt/notesMasters/notesMaster1.xml" Id="R48db8395aff6410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18a44005b8940f6" /><Relationship Type="http://schemas.openxmlformats.org/officeDocument/2006/relationships/notesMaster" Target="/ppt/notesMasters/notesMaster1.xml" Id="Rb717aedc5e1a405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24c97a6df6642f1" /><Relationship Type="http://schemas.openxmlformats.org/officeDocument/2006/relationships/notesMaster" Target="/ppt/notesMasters/notesMaster1.xml" Id="R02fc252318284a1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736461603184608" /><Relationship Type="http://schemas.openxmlformats.org/officeDocument/2006/relationships/notesMaster" Target="/ppt/notesMasters/notesMaster1.xml" Id="R15045ae56a074df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1617a89ab114bcf" /><Relationship Type="http://schemas.openxmlformats.org/officeDocument/2006/relationships/notesMaster" Target="/ppt/notesMasters/notesMaster1.xml" Id="Rb786df201f87473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d51416e695e4858" /><Relationship Type="http://schemas.openxmlformats.org/officeDocument/2006/relationships/notesMaster" Target="/ppt/notesMasters/notesMaster1.xml" Id="R5895deb196714b0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e91428ec20641ef" /><Relationship Type="http://schemas.openxmlformats.org/officeDocument/2006/relationships/notesMaster" Target="/ppt/notesMasters/notesMaster1.xml" Id="R3497da4963ec439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8fc2f9382804f50" /><Relationship Type="http://schemas.openxmlformats.org/officeDocument/2006/relationships/notesMaster" Target="/ppt/notesMasters/notesMaster1.xml" Id="R7f008ec67eb745d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f6c6245df794b95" /><Relationship Type="http://schemas.openxmlformats.org/officeDocument/2006/relationships/notesMaster" Target="/ppt/notesMasters/notesMaster1.xml" Id="R870f6fe4788d42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98e57056ad4d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e2a854c5aa45a1" /><Relationship Type="http://schemas.openxmlformats.org/officeDocument/2006/relationships/slideLayout" Target="/ppt/slideLayouts/slideLayout1.xml" Id="R06ea973d416049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ea973d416049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382c2541a4c55" /><Relationship Type="http://schemas.openxmlformats.org/officeDocument/2006/relationships/notesSlide" Target="/ppt/notesSlides/notesSlide1.xml" Id="Rd4cdee7fbbb54a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2abf6d93e43ea" /><Relationship Type="http://schemas.openxmlformats.org/officeDocument/2006/relationships/notesSlide" Target="/ppt/notesSlides/notesSlide2.xml" Id="Ra9519f2ea71943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4376ab4de4dc7" /><Relationship Type="http://schemas.openxmlformats.org/officeDocument/2006/relationships/notesSlide" Target="/ppt/notesSlides/notesSlide3.xml" Id="Rbfe1d8de81b342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df8a2ac3640a0" /><Relationship Type="http://schemas.openxmlformats.org/officeDocument/2006/relationships/notesSlide" Target="/ppt/notesSlides/notesSlide4.xml" Id="Rfb0e7a15f5bd4d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4c1c3e4724b46" /><Relationship Type="http://schemas.openxmlformats.org/officeDocument/2006/relationships/notesSlide" Target="/ppt/notesSlides/notesSlide5.xml" Id="R0f359e15883e42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f8ac3c5094e65" /><Relationship Type="http://schemas.openxmlformats.org/officeDocument/2006/relationships/notesSlide" Target="/ppt/notesSlides/notesSlide6.xml" Id="R86b22b9989174d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a10568eb149cd" /><Relationship Type="http://schemas.openxmlformats.org/officeDocument/2006/relationships/notesSlide" Target="/ppt/notesSlides/notesSlide7.xml" Id="R4b21d4c0dcda44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ff73e0cfe4a6f" /><Relationship Type="http://schemas.openxmlformats.org/officeDocument/2006/relationships/notesSlide" Target="/ppt/notesSlides/notesSlide8.xml" Id="R0ac9a47206c944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afe7fb89840a2" /><Relationship Type="http://schemas.openxmlformats.org/officeDocument/2006/relationships/notesSlide" Target="/ppt/notesSlides/notesSlide9.xml" Id="Red2b7cd020564f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016bc05d14bdf" /><Relationship Type="http://schemas.openxmlformats.org/officeDocument/2006/relationships/notesSlide" Target="/ppt/notesSlides/notesSlide10.xml" Id="R40497b2f19f846d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b26a4514f496c" /><Relationship Type="http://schemas.openxmlformats.org/officeDocument/2006/relationships/notesSlide" Target="/ppt/notesSlides/notesSlide11.xml" Id="R383facc73b9644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6b76b4a6043c6" /><Relationship Type="http://schemas.openxmlformats.org/officeDocument/2006/relationships/notesSlide" Target="/ppt/notesSlides/notesSlide12.xml" Id="R66bf89aeff364cf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334c687244df2" /><Relationship Type="http://schemas.openxmlformats.org/officeDocument/2006/relationships/notesSlide" Target="/ppt/notesSlides/notesSlide13.xml" Id="R7f70adac0f974db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93f29910f4384" /><Relationship Type="http://schemas.openxmlformats.org/officeDocument/2006/relationships/notesSlide" Target="/ppt/notesSlides/notesSlide14.xml" Id="R997590184c04445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c7d2385554f7f" /><Relationship Type="http://schemas.openxmlformats.org/officeDocument/2006/relationships/notesSlide" Target="/ppt/notesSlides/notesSlide15.xml" Id="R579c7e6cb809410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6274e23634ca7" /><Relationship Type="http://schemas.openxmlformats.org/officeDocument/2006/relationships/notesSlide" Target="/ppt/notesSlides/notesSlide16.xml" Id="R0cecfa0d02d248e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acd47c9534a7e" /><Relationship Type="http://schemas.openxmlformats.org/officeDocument/2006/relationships/notesSlide" Target="/ppt/notesSlides/notesSlide17.xml" Id="R35ad6c9715a2425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74333d349425c" /><Relationship Type="http://schemas.openxmlformats.org/officeDocument/2006/relationships/notesSlide" Target="/ppt/notesSlides/notesSlide18.xml" Id="R0110e3c0b22241f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e69c43021473b" /><Relationship Type="http://schemas.openxmlformats.org/officeDocument/2006/relationships/notesSlide" Target="/ppt/notesSlides/notesSlide19.xml" Id="R3c9823dfc5554e3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bdd26609944e1" /><Relationship Type="http://schemas.openxmlformats.org/officeDocument/2006/relationships/notesSlide" Target="/ppt/notesSlides/notesSlide20.xml" Id="R49902071977f40e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04894a3314da0" /><Relationship Type="http://schemas.openxmlformats.org/officeDocument/2006/relationships/notesSlide" Target="/ppt/notesSlides/notesSlide21.xml" Id="R7221aecf67f14b0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6926aeab14994" /><Relationship Type="http://schemas.openxmlformats.org/officeDocument/2006/relationships/notesSlide" Target="/ppt/notesSlides/notesSlide22.xml" Id="Rebf05b91423747f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56de46b644dee" /><Relationship Type="http://schemas.openxmlformats.org/officeDocument/2006/relationships/notesSlide" Target="/ppt/notesSlides/notesSlide23.xml" Id="R7dfd26cbe18d4c9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0159ab35442c3" /><Relationship Type="http://schemas.openxmlformats.org/officeDocument/2006/relationships/notesSlide" Target="/ppt/notesSlides/notesSlide24.xml" Id="R1b269ada89ff4c3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887f49251434b" /><Relationship Type="http://schemas.openxmlformats.org/officeDocument/2006/relationships/notesSlide" Target="/ppt/notesSlides/notesSlide25.xml" Id="Ra50b5e391ffc4d3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b316010fa4769" /><Relationship Type="http://schemas.openxmlformats.org/officeDocument/2006/relationships/notesSlide" Target="/ppt/notesSlides/notesSlide26.xml" Id="R65dffd459dae4bf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c8b86afc5474d" /><Relationship Type="http://schemas.openxmlformats.org/officeDocument/2006/relationships/notesSlide" Target="/ppt/notesSlides/notesSlide27.xml" Id="Rba1af9d3fd154ea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1a1393f164e6a" /><Relationship Type="http://schemas.openxmlformats.org/officeDocument/2006/relationships/notesSlide" Target="/ppt/notesSlides/notesSlide28.xml" Id="Rde77b20f0926450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d85fc070d4a7a" /><Relationship Type="http://schemas.openxmlformats.org/officeDocument/2006/relationships/notesSlide" Target="/ppt/notesSlides/notesSlide29.xml" Id="R9b3122fbd9a74bb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6d90c40924fbb" /><Relationship Type="http://schemas.openxmlformats.org/officeDocument/2006/relationships/notesSlide" Target="/ppt/notesSlides/notesSlide30.xml" Id="R76e7ec3b3da844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CE2A21-4400-41C9-93B6-B2540570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F2937"/>
                </a:solidFill>
              </a:defRPr>
            </a:pPr>
            <a:r>
              <a:rPr sz="2700" b="1">
                <a:solidFill>
                  <a:srgbClr val="1F2937"/>
                </a:solidFill>
              </a:rPr>
              <a:t>Developing Quantum Use Cases from Future Everyday Life Scenarios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CD3DD8-5A42-4065-8954-85905B3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BE8"/>
          </a:solidFill>
          <a:ln xmlns:a="http://schemas.openxmlformats.org/drawingml/2006/main" w="0">
            <a:solidFill>
              <a:srgbClr val="73CB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2958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CE2A21-4400-41C9-93B6-B2540570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F2937"/>
                </a:solidFill>
              </a:defRPr>
            </a:pPr>
            <a:r>
              <a:rPr sz="2700" b="1">
                <a:solidFill>
                  <a:srgbClr val="1F2937"/>
                </a:solidFill>
              </a:rPr>
              <a:t>What We Will Do Together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CD3DD8-5A42-4065-8954-85905B3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BE8"/>
          </a:solidFill>
          <a:ln xmlns:a="http://schemas.openxmlformats.org/drawingml/2006/main" w="0">
            <a:solidFill>
              <a:srgbClr val="73CB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2958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CE2A21-4400-41C9-93B6-B2540570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F2937"/>
                </a:solidFill>
              </a:defRPr>
            </a:pPr>
            <a:r>
              <a:rPr sz="2700" b="1">
                <a:solidFill>
                  <a:srgbClr val="1F2937"/>
                </a:solidFill>
              </a:rPr>
              <a:t>Guiding Question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CD3DD8-5A42-4065-8954-85905B3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BE8"/>
          </a:solidFill>
          <a:ln xmlns:a="http://schemas.openxmlformats.org/drawingml/2006/main" w="0">
            <a:solidFill>
              <a:srgbClr val="73CB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2958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CE2A21-4400-41C9-93B6-B2540570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F2937"/>
                </a:solidFill>
              </a:defRPr>
            </a:pPr>
            <a:r>
              <a:rPr sz="2700" b="1">
                <a:solidFill>
                  <a:srgbClr val="1F2937"/>
                </a:solidFill>
              </a:rPr>
              <a:t>Today's 90-Minute Journey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CD3DD8-5A42-4065-8954-85905B3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BE8"/>
          </a:solidFill>
          <a:ln xmlns:a="http://schemas.openxmlformats.org/drawingml/2006/main" w="0">
            <a:solidFill>
              <a:srgbClr val="73CB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2958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CE2A21-4400-41C9-93B6-B2540570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F2937"/>
                </a:solidFill>
              </a:defRPr>
            </a:pPr>
            <a:r>
              <a:rPr sz="2700" b="1">
                <a:solidFill>
                  <a:srgbClr val="1F2937"/>
                </a:solidFill>
              </a:rPr>
              <a:t>Opening Poll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CD3DD8-5A42-4065-8954-85905B3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BE8"/>
          </a:solidFill>
          <a:ln xmlns:a="http://schemas.openxmlformats.org/drawingml/2006/main" w="0">
            <a:solidFill>
              <a:srgbClr val="73CB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2958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CE2A21-4400-41C9-93B6-B2540570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F2937"/>
                </a:solidFill>
              </a:defRPr>
            </a:pPr>
            <a:r>
              <a:rPr sz="2700" b="1">
                <a:solidFill>
                  <a:srgbClr val="1F2937"/>
                </a:solidFill>
              </a:rPr>
              <a:t>Interests in the Room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CD3DD8-5A42-4065-8954-85905B3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BE8"/>
          </a:solidFill>
          <a:ln xmlns:a="http://schemas.openxmlformats.org/drawingml/2006/main" w="0">
            <a:solidFill>
              <a:srgbClr val="73CB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2958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CE2A21-4400-41C9-93B6-B2540570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F2937"/>
                </a:solidFill>
              </a:defRPr>
            </a:pPr>
            <a:r>
              <a:rPr sz="2700" b="1">
                <a:solidFill>
                  <a:srgbClr val="1F2937"/>
                </a:solidFill>
              </a:rPr>
              <a:t>Technology Assumptions for the Future Stories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CD3DD8-5A42-4065-8954-85905B3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BE8"/>
          </a:solidFill>
          <a:ln xmlns:a="http://schemas.openxmlformats.org/drawingml/2006/main" w="0">
            <a:solidFill>
              <a:srgbClr val="73CB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2958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CE2A21-4400-41C9-93B6-B2540570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F2937"/>
                </a:solidFill>
              </a:defRPr>
            </a:pPr>
            <a:r>
              <a:rPr sz="2700" b="1">
                <a:solidFill>
                  <a:srgbClr val="1F2937"/>
                </a:solidFill>
              </a:rPr>
              <a:t>Why Start with Future Everyday Life?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CD3DD8-5A42-4065-8954-85905B3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BE8"/>
          </a:solidFill>
          <a:ln xmlns:a="http://schemas.openxmlformats.org/drawingml/2006/main" w="0">
            <a:solidFill>
              <a:srgbClr val="73CB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2958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CE2A21-4400-41C9-93B6-B2540570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F2937"/>
                </a:solidFill>
              </a:defRPr>
            </a:pPr>
            <a:r>
              <a:rPr sz="2700" b="1">
                <a:solidFill>
                  <a:srgbClr val="1F2937"/>
                </a:solidFill>
              </a:rPr>
              <a:t>How to Read the Future Stories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CD3DD8-5A42-4065-8954-85905B3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BE8"/>
          </a:solidFill>
          <a:ln xmlns:a="http://schemas.openxmlformats.org/drawingml/2006/main" w="0">
            <a:solidFill>
              <a:srgbClr val="73CB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2958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CE2A21-4400-41C9-93B6-B2540570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F2937"/>
                </a:solidFill>
              </a:defRPr>
            </a:pPr>
            <a:r>
              <a:rPr sz="2700" b="1">
                <a:solidFill>
                  <a:srgbClr val="1F2937"/>
                </a:solidFill>
              </a:rPr>
              <a:t>Choose One Story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CD3DD8-5A42-4065-8954-85905B3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BE8"/>
          </a:solidFill>
          <a:ln xmlns:a="http://schemas.openxmlformats.org/drawingml/2006/main" w="0">
            <a:solidFill>
              <a:srgbClr val="73CB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2958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CE2A21-4400-41C9-93B6-B2540570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F2937"/>
                </a:solidFill>
              </a:defRPr>
            </a:pPr>
            <a:r>
              <a:rPr sz="2700" b="1">
                <a:solidFill>
                  <a:srgbClr val="1F2937"/>
                </a:solidFill>
              </a:rPr>
              <a:t>Future Story 1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CD3DD8-5A42-4065-8954-85905B3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BE8"/>
          </a:solidFill>
          <a:ln xmlns:a="http://schemas.openxmlformats.org/drawingml/2006/main" w="0">
            <a:solidFill>
              <a:srgbClr val="73CB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2958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CE2A21-4400-41C9-93B6-B2540570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F2937"/>
                </a:solidFill>
              </a:defRPr>
            </a:pPr>
            <a:r>
              <a:rPr sz="2700" b="1">
                <a:solidFill>
                  <a:srgbClr val="1F2937"/>
                </a:solidFill>
              </a:rPr>
              <a:t>Future Story 2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CD3DD8-5A42-4065-8954-85905B3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BE8"/>
          </a:solidFill>
          <a:ln xmlns:a="http://schemas.openxmlformats.org/drawingml/2006/main" w="0">
            <a:solidFill>
              <a:srgbClr val="73CB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2958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CE2A21-4400-41C9-93B6-B2540570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F2937"/>
                </a:solidFill>
              </a:defRPr>
            </a:pPr>
            <a:r>
              <a:rPr sz="2700" b="1">
                <a:solidFill>
                  <a:srgbClr val="1F2937"/>
                </a:solidFill>
              </a:rPr>
              <a:t>Three Questions for Individual Exploration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CD3DD8-5A42-4065-8954-85905B3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BE8"/>
          </a:solidFill>
          <a:ln xmlns:a="http://schemas.openxmlformats.org/drawingml/2006/main" w="0">
            <a:solidFill>
              <a:srgbClr val="73CB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2958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CE2A21-4400-41C9-93B6-B2540570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F2937"/>
                </a:solidFill>
              </a:defRPr>
            </a:pPr>
            <a:r>
              <a:rPr sz="2700" b="1">
                <a:solidFill>
                  <a:srgbClr val="1F2937"/>
                </a:solidFill>
              </a:rPr>
              <a:t>Individual Exploration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CD3DD8-5A42-4065-8954-85905B3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BE8"/>
          </a:solidFill>
          <a:ln xmlns:a="http://schemas.openxmlformats.org/drawingml/2006/main" w="0">
            <a:solidFill>
              <a:srgbClr val="73CB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2958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CE2A21-4400-41C9-93B6-B2540570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F2937"/>
                </a:solidFill>
              </a:defRPr>
            </a:pPr>
            <a:r>
              <a:rPr sz="2700" b="1">
                <a:solidFill>
                  <a:srgbClr val="1F2937"/>
                </a:solidFill>
              </a:rPr>
              <a:t>Form Groups of Two or Three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CD3DD8-5A42-4065-8954-85905B3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BE8"/>
          </a:solidFill>
          <a:ln xmlns:a="http://schemas.openxmlformats.org/drawingml/2006/main" w="0">
            <a:solidFill>
              <a:srgbClr val="73CB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2958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CE2A21-4400-41C9-93B6-B2540570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F2937"/>
                </a:solidFill>
              </a:defRPr>
            </a:pPr>
            <a:r>
              <a:rPr sz="2700" b="1">
                <a:solidFill>
                  <a:srgbClr val="1F2937"/>
                </a:solidFill>
              </a:rPr>
              <a:t>Share One Thing Each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CD3DD8-5A42-4065-8954-85905B3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BE8"/>
          </a:solidFill>
          <a:ln xmlns:a="http://schemas.openxmlformats.org/drawingml/2006/main" w="0">
            <a:solidFill>
              <a:srgbClr val="73CB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2958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CE2A21-4400-41C9-93B6-B2540570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F2937"/>
                </a:solidFill>
              </a:defRPr>
            </a:pPr>
            <a:r>
              <a:rPr sz="2700" b="1">
                <a:solidFill>
                  <a:srgbClr val="1F2937"/>
                </a:solidFill>
              </a:rPr>
              <a:t>Three Topics for Group Discussion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CD3DD8-5A42-4065-8954-85905B3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BE8"/>
          </a:solidFill>
          <a:ln xmlns:a="http://schemas.openxmlformats.org/drawingml/2006/main" w="0">
            <a:solidFill>
              <a:srgbClr val="73CB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2958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CE2A21-4400-41C9-93B6-B2540570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F2937"/>
                </a:solidFill>
              </a:defRPr>
            </a:pPr>
            <a:r>
              <a:rPr sz="2700" b="1">
                <a:solidFill>
                  <a:srgbClr val="1F2937"/>
                </a:solidFill>
              </a:rPr>
              <a:t>What to Bring to the Plenary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CD3DD8-5A42-4065-8954-85905B3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BE8"/>
          </a:solidFill>
          <a:ln xmlns:a="http://schemas.openxmlformats.org/drawingml/2006/main" w="0">
            <a:solidFill>
              <a:srgbClr val="73CB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2958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CE2A21-4400-41C9-93B6-B2540570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F2937"/>
                </a:solidFill>
              </a:defRPr>
            </a:pPr>
            <a:r>
              <a:rPr sz="2700" b="1">
                <a:solidFill>
                  <a:srgbClr val="1F2937"/>
                </a:solidFill>
              </a:rPr>
              <a:t>Small-Group Discussion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CD3DD8-5A42-4065-8954-85905B3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BE8"/>
          </a:solidFill>
          <a:ln xmlns:a="http://schemas.openxmlformats.org/drawingml/2006/main" w="0">
            <a:solidFill>
              <a:srgbClr val="73CB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2958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CE2A21-4400-41C9-93B6-B2540570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F2937"/>
                </a:solidFill>
              </a:defRPr>
            </a:pPr>
            <a:r>
              <a:rPr sz="2700" b="1">
                <a:solidFill>
                  <a:srgbClr val="1F2937"/>
                </a:solidFill>
              </a:rPr>
              <a:t>How the Plenary Discussion Will Work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CD3DD8-5A42-4065-8954-85905B3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BE8"/>
          </a:solidFill>
          <a:ln xmlns:a="http://schemas.openxmlformats.org/drawingml/2006/main" w="0">
            <a:solidFill>
              <a:srgbClr val="73CB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29581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CE2A21-4400-41C9-93B6-B2540570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F2937"/>
                </a:solidFill>
              </a:defRPr>
            </a:pPr>
            <a:r>
              <a:rPr sz="2700" b="1">
                <a:solidFill>
                  <a:srgbClr val="1F2937"/>
                </a:solidFill>
              </a:rPr>
              <a:t>Theme 1: Change in Everyday Life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CD3DD8-5A42-4065-8954-85905B3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BE8"/>
          </a:solidFill>
          <a:ln xmlns:a="http://schemas.openxmlformats.org/drawingml/2006/main" w="0">
            <a:solidFill>
              <a:srgbClr val="73CB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29581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CE2A21-4400-41C9-93B6-B2540570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F2937"/>
                </a:solidFill>
              </a:defRPr>
            </a:pPr>
            <a:r>
              <a:rPr sz="2700" b="1">
                <a:solidFill>
                  <a:srgbClr val="1F2937"/>
                </a:solidFill>
              </a:rPr>
              <a:t>Theme 2: How Quantum Technologies Might Contribute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CD3DD8-5A42-4065-8954-85905B3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BE8"/>
          </a:solidFill>
          <a:ln xmlns:a="http://schemas.openxmlformats.org/drawingml/2006/main" w="0">
            <a:solidFill>
              <a:srgbClr val="73CB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29581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CE2A21-4400-41C9-93B6-B2540570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F2937"/>
                </a:solidFill>
              </a:defRPr>
            </a:pPr>
            <a:r>
              <a:rPr sz="2700" b="1">
                <a:solidFill>
                  <a:srgbClr val="1F2937"/>
                </a:solidFill>
              </a:rPr>
              <a:t>Theme 3: Why Quantum Capabilities Might Matter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CD3DD8-5A42-4065-8954-85905B3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BE8"/>
          </a:solidFill>
          <a:ln xmlns:a="http://schemas.openxmlformats.org/drawingml/2006/main" w="0">
            <a:solidFill>
              <a:srgbClr val="73CB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29581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CE2A21-4400-41C9-93B6-B2540570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F2937"/>
                </a:solidFill>
              </a:defRPr>
            </a:pPr>
            <a:r>
              <a:rPr sz="2700" b="1">
                <a:solidFill>
                  <a:srgbClr val="1F2937"/>
                </a:solidFill>
              </a:rPr>
              <a:t>Theme 4: Questions for Further Discussion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CD3DD8-5A42-4065-8954-85905B3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BE8"/>
          </a:solidFill>
          <a:ln xmlns:a="http://schemas.openxmlformats.org/drawingml/2006/main" w="0">
            <a:solidFill>
              <a:srgbClr val="73CB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29581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CE2A21-4400-41C9-93B6-B2540570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F2937"/>
                </a:solidFill>
              </a:defRPr>
            </a:pPr>
            <a:r>
              <a:rPr sz="2700" b="1">
                <a:solidFill>
                  <a:srgbClr val="1F2937"/>
                </a:solidFill>
              </a:rPr>
              <a:t>Recurring Themes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CD3DD8-5A42-4065-8954-85905B3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BE8"/>
          </a:solidFill>
          <a:ln xmlns:a="http://schemas.openxmlformats.org/drawingml/2006/main" w="0">
            <a:solidFill>
              <a:srgbClr val="73CB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29581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CE2A21-4400-41C9-93B6-B2540570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F2937"/>
                </a:solidFill>
              </a:defRPr>
            </a:pPr>
            <a:r>
              <a:rPr sz="2700" b="1">
                <a:solidFill>
                  <a:srgbClr val="1F2937"/>
                </a:solidFill>
              </a:rPr>
              <a:t>Final Poll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CD3DD8-5A42-4065-8954-85905B3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BE8"/>
          </a:solidFill>
          <a:ln xmlns:a="http://schemas.openxmlformats.org/drawingml/2006/main" w="0">
            <a:solidFill>
              <a:srgbClr val="73CB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29581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CE2A21-4400-41C9-93B6-B2540570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F2937"/>
                </a:solidFill>
              </a:defRPr>
            </a:pPr>
            <a:r>
              <a:rPr sz="2700" b="1">
                <a:solidFill>
                  <a:srgbClr val="1F2937"/>
                </a:solidFill>
              </a:rPr>
              <a:t>Final Poll Results and Further Dialogue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CD3DD8-5A42-4065-8954-85905B3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BE8"/>
          </a:solidFill>
          <a:ln xmlns:a="http://schemas.openxmlformats.org/drawingml/2006/main" w="0">
            <a:solidFill>
              <a:srgbClr val="73CB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29581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CE2A21-4400-41C9-93B6-B2540570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F2937"/>
                </a:solidFill>
              </a:defRPr>
            </a:pPr>
            <a:r>
              <a:rPr sz="2700" b="1">
                <a:solidFill>
                  <a:srgbClr val="1F2937"/>
                </a:solidFill>
              </a:rPr>
              <a:t>What We Discovered Today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CD3DD8-5A42-4065-8954-85905B3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BE8"/>
          </a:solidFill>
          <a:ln xmlns:a="http://schemas.openxmlformats.org/drawingml/2006/main" w="0">
            <a:solidFill>
              <a:srgbClr val="73CB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29581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CE2A21-4400-41C9-93B6-B2540570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F2937"/>
                </a:solidFill>
              </a:defRPr>
            </a:pPr>
            <a:r>
              <a:rPr sz="2700" b="1">
                <a:solidFill>
                  <a:srgbClr val="1F2937"/>
                </a:solidFill>
              </a:rPr>
              <a:t>One Thing to Explore Next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CD3DD8-5A42-4065-8954-85905B3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BE8"/>
          </a:solidFill>
          <a:ln xmlns:a="http://schemas.openxmlformats.org/drawingml/2006/main" w="0">
            <a:solidFill>
              <a:srgbClr val="73CB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29581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CE2A21-4400-41C9-93B6-B2540570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F2937"/>
                </a:solidFill>
              </a:defRPr>
            </a:pPr>
            <a:r>
              <a:rPr sz="2700" b="1">
                <a:solidFill>
                  <a:srgbClr val="1F2937"/>
                </a:solidFill>
              </a:rPr>
              <a:t>Returning to the Guiding Question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DBCD3DD8-5A42-4065-8954-85905B3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CBE8"/>
          </a:solidFill>
          <a:ln xmlns:a="http://schemas.openxmlformats.org/drawingml/2006/main" w="0">
            <a:solidFill>
              <a:srgbClr val="73CB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12958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2026-07-30T12:04:56.7840000Z</dcterms:created>
  <dcterms:modified xsi:type="dcterms:W3CDTF">2026-07-30T12:04:56.7840000Z</dcterms:modified>
</coreProperties>
</file>