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6312da7ae44087" /><Relationship Type="http://schemas.openxmlformats.org/officeDocument/2006/relationships/extended-properties" Target="/docProps/app.xml" Id="Rd0c4ae2185dc4e65" /><Relationship Type="http://schemas.openxmlformats.org/officeDocument/2006/relationships/officeDocument" Target="/ppt/presentation.xml" Id="Re9d7f65f0ae747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4dbf1be5c324fd4"/>
  </p:sldMasterIdLst>
  <p:notesMasterIdLst>
    <p:notesMasterId xmlns:r="http://schemas.openxmlformats.org/officeDocument/2006/relationships" r:id="R5d575a1fc5064f81"/>
  </p:notesMasterIdLst>
  <p:sldIdLst>
    <p:sldId xmlns:r="http://schemas.openxmlformats.org/officeDocument/2006/relationships" id="256" r:id="R598c51dd462845f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cb844206d347f3" /><Relationship Type="http://schemas.openxmlformats.org/officeDocument/2006/relationships/slideMaster" Target="/ppt/slideMasters/slideMaster1.xml" Id="R44dbf1be5c324fd4" /><Relationship Type="http://schemas.openxmlformats.org/officeDocument/2006/relationships/notesMaster" Target="/ppt/notesMasters/notesMaster1.xml" Id="R5d575a1fc5064f81" /><Relationship Type="http://schemas.openxmlformats.org/officeDocument/2006/relationships/presProps" Target="/ppt/presProps.xml" Id="R8ebf75c0de454fec" /><Relationship Type="http://schemas.openxmlformats.org/officeDocument/2006/relationships/tableStyles" Target="/ppt/tableStyles.xml" Id="R573a8e889a704830" /><Relationship Type="http://schemas.openxmlformats.org/officeDocument/2006/relationships/slide" Target="/ppt/slides/slide1.xml" Id="R598c51dd462845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629b87d22640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00cf4397e14679" /><Relationship Type="http://schemas.openxmlformats.org/officeDocument/2006/relationships/notesMaster" Target="/ppt/notesMasters/notesMaster1.xml" Id="Rdf8a18b9ac4a4c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8e8467f682410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9fee35b39e4519" /><Relationship Type="http://schemas.openxmlformats.org/officeDocument/2006/relationships/slideLayout" Target="/ppt/slideLayouts/slideLayout1.xml" Id="Ra963cdc044dd4c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63cdc044dd4c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1dd4bdbb942cb" /><Relationship Type="http://schemas.openxmlformats.org/officeDocument/2006/relationships/notesSlide" Target="/ppt/notesSlides/notesSlide1.xml" Id="R79ecc1a29ab241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CE2A21-4400-41C9-93B6-B2540570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F2937"/>
                </a:solidFill>
              </a:defRPr>
            </a:pPr>
            <a:r>
              <a:rPr sz="2700" b="1">
                <a:solidFill>
                  <a:srgbClr val="1F2937"/>
                </a:solidFill>
              </a:rPr>
              <a:t>スライドタイトル</a:t>
            </a:r>
          </a:p>
        </p:txBody>
      </p:sp>
      <p:sp>
        <p:nvSpPr>
          <p:cNvPr id="2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BCD3DD8-5A42-4065-8954-85905B38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BE8"/>
          </a:solidFill>
          <a:ln xmlns:a="http://schemas.openxmlformats.org/drawingml/2006/main" w="0">
            <a:solidFill>
              <a:srgbClr val="73CBE8"/>
            </a:solidFill>
            <a:prstDash val="solid"/>
          </a:ln>
        </p:spPr>
      </p:sp>
      <p:sp>
        <p:nvSpPr>
          <p:cNvPr id="3" name="body-placeholder">
            <a:extLst xmlns:a="http://schemas.openxmlformats.org/drawingml/2006/main">
              <a:ext uri="{FF2B5EF4-FFF2-40B4-BE49-F238E27FC236}">
                <a16:creationId xmlns:a16="http://schemas.microsoft.com/office/drawing/2014/main" id="{03C62F7D-1F9D-4FFB-9F66-1DA1E3A7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9CA3AF"/>
                </a:solidFill>
              </a:defRPr>
            </a:pPr>
            <a:r>
              <a:rPr sz="1650">
                <a:solidFill>
                  <a:srgbClr val="9CA3AF"/>
                </a:solidFill>
              </a:rPr>
              <a:t>ここに本文を入力します</a:t>
            </a:r>
          </a:p>
        </p:txBody>
      </p:sp>
    </p:spTree>
    <p:extLst>
      <p:ext uri="{BB962C8B-B14F-4D97-AF65-F5344CB8AC3E}">
        <p14:creationId xmlns:p14="http://schemas.microsoft.com/office/powerpoint/2010/main" val="6412958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2026-07-29T03:43:30.2550000Z</dcterms:created>
  <dcterms:modified xsi:type="dcterms:W3CDTF">2026-07-29T03:43:30.2550000Z</dcterms:modified>
</coreProperties>
</file>